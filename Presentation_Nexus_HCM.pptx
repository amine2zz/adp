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— École Supérieure Privée d'Ingénierie et de Technologies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371600" y="502920"/>
            <a:ext cx="640080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2286000" y="2121408"/>
            <a:ext cx="45720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Human Capital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 ·  ADP ES Tunisie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
</a:t>
            </a:r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Supervisor: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 · ADP ES Tunisie
</a:t>
            </a:r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 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Amani Lamine · ESPRIT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3931920"/>
            <a:ext cx="2926080" cy="914400"/>
          </a:xfrm>
          <a:prstGeom prst="rect">
            <a:avLst/>
          </a:prstGeom>
          <a:solidFill>
            <a:srgbClr val="252545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4023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3268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978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688" y="1353312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2157984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2962656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74136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4670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" y="3767328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78808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513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197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93268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978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Smart HR Engine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21808" y="1353312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764792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73736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Planning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21808" y="2157984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569464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587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21808" y="2962656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374136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4670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21808" y="3392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Demo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21808" y="3767328"/>
            <a:ext cx="347472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4178808"/>
            <a:ext cx="384048" cy="384048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5137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21808" y="4197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 — ADP ES Tunisie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5303520" cy="114300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ADP Logo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— Automatic Data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leader in Human Capital Management solutions.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1,000,000+ clients across 140+ countries.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1949  ·  Roseland, New Jersey, USA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18688"/>
            <a:ext cx="530352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 ·  Sana Business Center, Tunis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 Center for the MENA region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896112"/>
            <a:ext cx="2834640" cy="3310128"/>
          </a:xfrm>
          <a:prstGeom prst="roundRect">
            <a:avLst>
              <a:gd name="adj" fmla="val 3226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69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0"/>
          </a:xfrm>
          <a:prstGeom prst="line">
            <a:avLst/>
          </a:prstGeom>
          <a:noFill/>
          <a:ln w="7620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42048" y="13898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HR Software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82496"/>
            <a:ext cx="260604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9293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42048" y="19293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Platform Dev.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2221992"/>
            <a:ext cx="260604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468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42048" y="2468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761488"/>
            <a:ext cx="260604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008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42048" y="3008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ADP.es@adp.com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300984"/>
            <a:ext cx="260604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547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42048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 Capital Management?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73152" cy="100584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Capital Management (HCM) refers to a set of practices for recruiting, managing, developing, and optimizing the human resources of an organization to maximize their value and productivity."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69748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their skills,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potential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51760" cy="269748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103120"/>
            <a:ext cx="265176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leave, attendance,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performance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51760" cy="269748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265176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2860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to drive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HR decisions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566928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56692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686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"Managing HR in large enterprises is still manual, fragmented, and inefficient."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15910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847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spreadsheets and emails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53619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53619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85616" y="15910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Leave Approval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5616" y="1847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workflow, no traceability, slow response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53619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53619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591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38544" y="15910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Attendance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38544" y="18470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on presence or absences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0487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2688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2715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HR data accessible to everyone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18688" y="240487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240487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85616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Onboarding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85616" y="2715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sent through insecure channels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404872"/>
            <a:ext cx="2743200" cy="749808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2404872"/>
            <a:ext cx="64008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38544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38544" y="2715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actions not logged, no accountability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current HR management approaches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514600" cy="438912"/>
          </a:xfrm>
          <a:prstGeom prst="rect">
            <a:avLst/>
          </a:prstGeom>
          <a:solidFill>
            <a:srgbClr val="1A1A2E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78992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98648" y="1078992"/>
            <a:ext cx="1783080" cy="438912"/>
          </a:xfrm>
          <a:prstGeom prst="rect">
            <a:avLst/>
          </a:prstGeom>
          <a:solidFill>
            <a:srgbClr val="343A40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107899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0016" y="1078992"/>
            <a:ext cx="1920240" cy="438912"/>
          </a:xfrm>
          <a:prstGeom prst="rect">
            <a:avLst/>
          </a:prstGeom>
          <a:solidFill>
            <a:srgbClr val="343A40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07899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HR Tools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38544" y="1078992"/>
            <a:ext cx="1828800" cy="438912"/>
          </a:xfrm>
          <a:prstGeom prst="rect">
            <a:avLst/>
          </a:prstGeom>
          <a:solidFill>
            <a:srgbClr val="D0271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107899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554480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98648" y="1554480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55448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1554480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55448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554480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55448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Centralized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29968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02996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98648" y="2029968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029968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0016" y="2029968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02996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38544" y="2029968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202996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Workflow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505456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505456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98648" y="2505456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2505456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Paper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2505456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505456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38544" y="2505456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2505456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Digital Clock-in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980944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980944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98648" y="2980944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2980944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0016" y="2980944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980944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38544" y="2980944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11696" y="298094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3-Level RBAC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456432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3456432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98648" y="3456432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3456432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0016" y="3456432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345643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38544" y="3456432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11696" y="3456432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Token Email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931920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3931920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Reports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98648" y="3931920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3931920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00016" y="3931920"/>
            <a:ext cx="192024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393192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38544" y="3931920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11696" y="39319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Integrated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4407408"/>
            <a:ext cx="2514600" cy="43891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4407408"/>
            <a:ext cx="2368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98648" y="4407408"/>
            <a:ext cx="1783080" cy="438912"/>
          </a:xfrm>
          <a:prstGeom prst="rect">
            <a:avLst/>
          </a:prstGeom>
          <a:solidFill>
            <a:srgbClr val="F8D7D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71800" y="4407408"/>
            <a:ext cx="1636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0016" y="4407408"/>
            <a:ext cx="1920240" cy="438912"/>
          </a:xfrm>
          <a:prstGeom prst="rect">
            <a:avLst/>
          </a:prstGeom>
          <a:solidFill>
            <a:srgbClr val="FFF3C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440740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38544" y="4407408"/>
            <a:ext cx="1828800" cy="438912"/>
          </a:xfrm>
          <a:prstGeom prst="rect">
            <a:avLst/>
          </a:prstGeom>
          <a:solidFill>
            <a:srgbClr val="D1E7DD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11696" y="440740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History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Proposed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 Three Roles.  All HR Operations.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743200" cy="34747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2743200" cy="82296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HR 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2560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6654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Dept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9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Advance Approval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&amp; Recruitment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753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7822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53312"/>
            <a:ext cx="2743200" cy="34747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53312"/>
            <a:ext cx="2743200" cy="82296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Manager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1920240"/>
            <a:ext cx="2560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06654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569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0723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Monitoring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753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1353312"/>
            <a:ext cx="2743200" cy="34747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353312"/>
            <a:ext cx="2743200" cy="8229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5179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Employee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1920240"/>
            <a:ext cx="2560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6654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56946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0723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Requests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57530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Clock-in / Clock-out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Smart HR Engine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Nexus HCM integrates Artificial Intelligence to transform raw HR data into actionable insights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60520" cy="3090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416052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AI-Powered HR Report 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8404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→ system aggregates all HR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stats, leave rates, attendance, dept breakdown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OpenAI GPT-4 via REST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natural-language executive HR summary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can copy, download or print the report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4206240"/>
            <a:ext cx="1371600" cy="256032"/>
          </a:xfrm>
          <a:prstGeom prst="rect">
            <a:avLst/>
          </a:prstGeom>
          <a:solidFill>
            <a:srgbClr val="D1E7DD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160520" cy="3090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463040"/>
            <a:ext cx="416052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5727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938528"/>
            <a:ext cx="38404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116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applies → CV + cover letter extracted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text against job requirements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8346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match score (0–100) with highlights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246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key matching skills and missing qualifications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sees a screening score badge per application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4206240"/>
            <a:ext cx="1371600" cy="256032"/>
          </a:xfrm>
          <a:prstGeom prst="rect">
            <a:avLst/>
          </a:prstGeom>
          <a:solidFill>
            <a:srgbClr val="D1E7DD"/>
          </a:solidFill>
          <a:ln w="635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4206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GPT-4 API — integrated in Spring Boot backend via RestTemplate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Agile Scrum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206240" cy="347472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scrum.png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Scrum?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of functional modules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1581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from company supervisor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929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evolving requirements quickly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633472"/>
            <a:ext cx="3931920" cy="420624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633472"/>
            <a:ext cx="64008" cy="42062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7066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87568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01/04–12/04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11696" y="27066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Auth, Role-Based Routing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3090672"/>
            <a:ext cx="3931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090672"/>
            <a:ext cx="64008" cy="42062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1638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87568" y="3163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14/04–26/04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711696" y="31638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Department Management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3547872"/>
            <a:ext cx="3931920" cy="420624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547872"/>
            <a:ext cx="64008" cy="42062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6210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87568" y="3621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28/04–10/05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11696" y="36210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Chart, Leave, Salary Advances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4005072"/>
            <a:ext cx="393192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4005072"/>
            <a:ext cx="64008" cy="42062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0782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87568" y="4078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12/05–24/05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11696" y="40782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Board, Careers, AI Integration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4462272"/>
            <a:ext cx="3931920" cy="420624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4462272"/>
            <a:ext cx="64008" cy="42062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53542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87568" y="4535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26/05–31/05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11696" y="45354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Polish, Testing, GitHub Deployment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7132320" cy="1115568"/>
          </a:xfrm>
          <a:prstGeom prst="rect">
            <a:avLst/>
          </a:prstGeom>
          <a:solidFill>
            <a:srgbClr val="FEE2E2"/>
          </a:solidFill>
          <a:ln w="15240">
            <a:solidFill>
              <a:srgbClr val="D02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Angular 17  (Port 4200)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2710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710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03704" y="12710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2710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04488" y="12710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12710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05272" y="12710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5272" y="12710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7132320" cy="1115568"/>
          </a:xfrm>
          <a:prstGeom prst="rect">
            <a:avLst/>
          </a:prstGeom>
          <a:solidFill>
            <a:srgbClr val="EDE9FE"/>
          </a:solidFill>
          <a:ln w="15240">
            <a:solidFill>
              <a:srgbClr val="6F42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951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Spring Boot 3 / Java 21  (Port 8085)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426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03704" y="26426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3704" y="26426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04488" y="26426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4488" y="26426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05272" y="2642616"/>
            <a:ext cx="16276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05272" y="2642616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JWT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7132320" cy="1115568"/>
          </a:xfrm>
          <a:prstGeom prst="rect">
            <a:avLst/>
          </a:prstGeom>
          <a:solidFill>
            <a:srgbClr val="F8F9FA"/>
          </a:solidFill>
          <a:ln w="15240">
            <a:solidFill>
              <a:srgbClr val="6C75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667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MySQL 8  (XAMPP)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014216"/>
            <a:ext cx="2176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1421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52344" y="4014216"/>
            <a:ext cx="2176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401421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/ Advance Tables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01768" y="4014216"/>
            <a:ext cx="217627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4014216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Config Tables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2057400"/>
            <a:ext cx="0" cy="164592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0574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/ JSON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566160" y="3429000"/>
            <a:ext cx="0" cy="164592"/>
          </a:xfrm>
          <a:prstGeom prst="line">
            <a:avLst/>
          </a:prstGeom>
          <a:noFill/>
          <a:ln w="19050">
            <a:solidFill>
              <a:srgbClr val="6C75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4290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JPA / Hibernate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80960" y="2240280"/>
            <a:ext cx="1280160" cy="111556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240280"/>
            <a:ext cx="1280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16368" y="2798064"/>
            <a:ext cx="164592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406640" y="2468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CV Scoring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HR Administration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 Management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6047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List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· Dept assignment · Activation email · Role management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Org Chart — Collapsible Tree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52728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54880" y="16047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Org Chart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tree algorithm · Collapse/expand nodes · Quick reassignment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Leave &amp; Advance Management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36438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Leave Requests 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APPROVED/REJECTED · Badge notifications · Review notes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80360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Report Generation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754880" y="36438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AI Report 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HR insights · GPT-4 powered · Natural language summary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Recruitment &amp; Configuration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Board (HR Panel)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6047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Job Board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OPEN → CLOSED lifecycle · Application pipeline management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Careers Page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52728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54880" y="16047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Careers Page 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· CV upload (PDF/DOC) · AI screening score badge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Manager 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36438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Manager Dashboard 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· Attendance calendar · Leave approvals · Performance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11480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80360"/>
            <a:ext cx="41148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Configuration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3931920" cy="1033272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754880" y="36438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System Config 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3982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(logo, colors, name) · Propagates to all pages in real 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0"/>
            <a:ext cx="2743200" cy="32461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authentication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endpoint protection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914400"/>
            <a:ext cx="2743200" cy="32461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914400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Architecture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727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Angular components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075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layered pattern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auto-DDL schema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3081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914400"/>
            <a:ext cx="2743200" cy="324612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91440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Integration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7276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via REST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0756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text extraction + scoring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57860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data aggregation prompt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08152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streamed to dashboard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0D1117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1596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Report — Spring Boot
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buildHRPrompt(metrics);  </a:t>
            </a:r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OpenAIResponse </a:t>
            </a:r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aiService.generate(prompt);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960120"/>
            <a:ext cx="1828800" cy="62179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960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1764792"/>
            <a:ext cx="2651760" cy="62179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7647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(Postman)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569464"/>
            <a:ext cx="3474720" cy="62179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946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Functional Tests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374136"/>
            <a:ext cx="420624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7413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Superuser Runner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931920" cy="621792"/>
          </a:xfrm>
          <a:prstGeom prst="rect">
            <a:avLst/>
          </a:prstGeom>
          <a:solidFill>
            <a:srgbClr val="D1E7DD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9601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/ 10 API Endpoints Passed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764792"/>
            <a:ext cx="3931920" cy="621792"/>
          </a:xfrm>
          <a:prstGeom prst="rect">
            <a:avLst/>
          </a:prstGeom>
          <a:solidFill>
            <a:srgbClr val="D1E7DD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7647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11 / 11 Functional Scenarios Passed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569464"/>
            <a:ext cx="3931920" cy="621792"/>
          </a:xfrm>
          <a:prstGeom prst="rect">
            <a:avLst/>
          </a:prstGeom>
          <a:solidFill>
            <a:srgbClr val="D1E7DD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56946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 TypeScript Compilation Errors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374136"/>
            <a:ext cx="3931920" cy="621792"/>
          </a:xfrm>
          <a:prstGeom prst="rect">
            <a:avLst/>
          </a:prstGeom>
          <a:solidFill>
            <a:srgbClr val="D1E7DD"/>
          </a:solidFill>
          <a:ln w="762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741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Role-Based Access Rules Verified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/superuser test dashboard runs automated regression tests against the live backend in real time.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19050">
            <a:solidFill>
              <a:srgbClr val="D027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14800" cy="3977640"/>
          </a:xfrm>
          <a:prstGeom prst="rect">
            <a:avLst/>
          </a:prstGeom>
          <a:solidFill>
            <a:srgbClr val="F8F9FA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0"/>
          </a:xfrm>
          <a:prstGeom prst="line">
            <a:avLst/>
          </a:prstGeom>
          <a:noFill/>
          <a:ln w="7620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Spring Boot + Angular 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RBAC with JWT security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functional HR modules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reports &amp; CV screening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 page + recruitment 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branding configuration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deployed on GitHub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41248"/>
            <a:ext cx="4114800" cy="3977640"/>
          </a:xfrm>
          <a:prstGeom prst="rect">
            <a:avLst/>
          </a:prstGeom>
          <a:solidFill>
            <a:srgbClr val="CFE2FF"/>
          </a:solidFill>
          <a:ln w="762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840480" cy="0"/>
          </a:xfrm>
          <a:prstGeom prst="line">
            <a:avLst/>
          </a:prstGeom>
          <a:noFill/>
          <a:ln w="762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71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Payroll calculation module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 (React Native)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Real-time analytics dashboard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Docker + Cloud deployment (AWS)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 service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AI: churn prediction &amp; skill gap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2560320" y="1965960"/>
            <a:ext cx="402336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566160" cy="91440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 ·  ESPRIT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2834640"/>
            <a:ext cx="3566160" cy="91440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4005072"/>
            <a:ext cx="3291840" cy="475488"/>
          </a:xfrm>
          <a:prstGeom prst="rect">
            <a:avLst/>
          </a:prstGeom>
          <a:solidFill>
            <a:srgbClr val="24292F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400507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Intelligent Human Capital Management System  ·  2025–2026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7325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HCM — Internship Defense</dc:title>
  <dc:subject>PptxGenJS Presentation</dc:subject>
  <dc:creator>GHARIANI Mohamed Amine</dc:creator>
  <cp:lastModifiedBy>GHARIANI Mohamed Amine</cp:lastModifiedBy>
  <cp:revision>1</cp:revision>
  <dcterms:created xsi:type="dcterms:W3CDTF">2026-06-07T15:16:05Z</dcterms:created>
  <dcterms:modified xsi:type="dcterms:W3CDTF">2026-06-07T15:16:05Z</dcterms:modified>
</cp:coreProperties>
</file>