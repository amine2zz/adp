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54864" cy="5143500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 —  Ecole Superieure Privee d'Ingenierie et de Technologies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End-of-Studies Internship Report  ·  Academic Year 2025 –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7132320" cy="0"/>
          </a:xfrm>
          <a:prstGeom prst="line">
            <a:avLst/>
          </a:prstGeom>
          <a:noFill/>
          <a:ln w="7620">
            <a:solidFill>
              <a:srgbClr val="3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3657600" cy="0"/>
          </a:xfrm>
          <a:prstGeom prst="line">
            <a:avLst/>
          </a:prstGeom>
          <a:noFill/>
          <a:ln w="38100">
            <a:solidFill>
              <a:srgbClr val="D02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31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Human Capital Management 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End-of-Studies Internship  ·  ADP ES Tunisie  ·  April – September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7132320" cy="1481328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291840"/>
            <a:ext cx="54864" cy="148132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78608" y="3401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GHARIANI Mohamed Amine  ·  SAE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730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78608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ES Tunisie  ·  Sana Business Center, Tunis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Supervisor: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78608" y="40599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Fraj Sayed  ·  sayed.ben.fraj@adp.com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78608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Amani Lamine  ·  ESPRIT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 / 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1024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host organization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59536" y="149047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1848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" y="1618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" y="1856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HCM?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9536" y="208483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21284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2212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" y="24505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identified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9536" y="267919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80720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" y="2807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" y="3044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comparison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9536" y="327355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40156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9536" y="3639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 overview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9536" y="386791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99592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" y="39959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536" y="4233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design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9536" y="446227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459028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9536" y="45902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9536" y="4828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HR Engine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73168" y="102412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1024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85232" y="1024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85232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&amp; sprints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85232" y="149047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73168" y="161848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85232" y="1618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85232" y="1856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showcase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85232" y="208483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73168" y="221284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85232" y="2212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85232" y="24505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RBAC design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85232" y="267919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73168" y="280720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85232" y="2807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285232" y="3044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model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285232" y="327355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73168" y="340156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73168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85232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285232" y="3639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285232" y="386791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73168" y="399592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285232" y="39959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285232" y="4233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next steps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 — ADP ES Tunisie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9601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ADP Logo  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23591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— Automatic Data 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7472" y="27066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 ·  </a:t>
            </a:r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140+ 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 ·  Founded </a:t>
            </a:r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1949</a:t>
            </a:r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Roseland, NJ, USA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3035808"/>
            <a:ext cx="475488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1272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ES Tunisie — Sana Business Center, Boulevard de l'Environnement, Tunis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341985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Engineering Center for the MENA region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the development of global HR software platforms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21808" y="960120"/>
            <a:ext cx="3474720" cy="2944368"/>
          </a:xfrm>
          <a:prstGeom prst="roundRect">
            <a:avLst>
              <a:gd name="adj" fmla="val 3106"/>
            </a:avLst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21808" y="960120"/>
            <a:ext cx="34747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21808" y="960120"/>
            <a:ext cx="347472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1024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Details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21808" y="1481328"/>
            <a:ext cx="3474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39712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HR Solutions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21808" y="1883664"/>
            <a:ext cx="3474720" cy="384048"/>
          </a:xfrm>
          <a:prstGeom prst="rect">
            <a:avLst/>
          </a:prstGeom>
          <a:solidFill>
            <a:srgbClr val="F0F2F4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39712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Platform Development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21808" y="2286000"/>
            <a:ext cx="3474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340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39712" y="2340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Tunis, Tunisia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21808" y="2688336"/>
            <a:ext cx="3474720" cy="384048"/>
          </a:xfrm>
          <a:prstGeom prst="rect">
            <a:avLst/>
          </a:prstGeom>
          <a:solidFill>
            <a:srgbClr val="F0F2F4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39712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ADP.es@adp.com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21808" y="3090672"/>
            <a:ext cx="3474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39712" y="3145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+216 71 110 606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21808" y="3493008"/>
            <a:ext cx="3474720" cy="384048"/>
          </a:xfrm>
          <a:prstGeom prst="rect">
            <a:avLst/>
          </a:prstGeom>
          <a:solidFill>
            <a:srgbClr val="F0F2F4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39712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Fraj Sayed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Human Capital Management?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73152" cy="1143000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0584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"Human Capital Management (HCM) is a set of practices and tools that organizations use to recruit, develop, manage, and retain employees — transforming the workforce from a cost center into a strategic competitive advantage."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2331720"/>
            <a:ext cx="2743200" cy="251460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331720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4871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" y="3182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" y="3566160"/>
            <a:ext cx="21945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639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their skills, career paths, experience and potential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2331720"/>
            <a:ext cx="2743200" cy="251460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2331720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24871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227832" y="3182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02152" y="3566160"/>
            <a:ext cx="21945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3639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leave, attendance, payroll, performance cycles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2331720"/>
            <a:ext cx="2743200" cy="251460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2331720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24871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108192" y="3182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Insights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82512" y="3566160"/>
            <a:ext cx="21945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3639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to drive strategic HR decisions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0" y="4828032"/>
            <a:ext cx="4572000" cy="23774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 covers the complete HCM lifecycle in one unified platform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of HR management in many enterprises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8449056" cy="621792"/>
          </a:xfrm>
          <a:prstGeom prst="rect">
            <a:avLst/>
          </a:prstGeom>
          <a:solidFill>
            <a:srgbClr val="F8D7DA"/>
          </a:solidFill>
          <a:ln w="12700">
            <a:solidFill>
              <a:srgbClr val="F5C2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14400"/>
            <a:ext cx="73152" cy="62179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"Managing HR in large enterprises is still manual, fragmented, and inefficient — leading to wasted time, data inconsistencies, and poor employee experience."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71907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719072"/>
            <a:ext cx="2724912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183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Database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221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 lives in spreadsheets and email threads, leading to duplication and inconsistency across teams.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171907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719072"/>
            <a:ext cx="2724912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7647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Leave Approval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73552" y="2221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sent by email with no workflow, no tracking, and slow response times from managers.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16752" y="171907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16752" y="1719072"/>
            <a:ext cx="2724912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1111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Attendance Sheets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08192" y="2221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on who is present, absent, or working overtime. Impossible to audit.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18211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182112"/>
            <a:ext cx="2724912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4183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8912" y="36850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payroll and performance data is accessible to anyone with a shared folder link.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82112" y="318211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3182112"/>
            <a:ext cx="2724912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🚪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77647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Employee Onboarding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73552" y="36850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receive credentials through insecure channels, with no automated account provisioning.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16752" y="318211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16752" y="3182112"/>
            <a:ext cx="2724912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1111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08192" y="36850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 of who did what. Zero accountability or compliance traceability for HR decisions.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 of current HR management approaches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2468880" cy="438912"/>
          </a:xfrm>
          <a:prstGeom prst="rect">
            <a:avLst/>
          </a:prstGeom>
          <a:solidFill>
            <a:srgbClr val="1A1A2E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6012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960120"/>
            <a:ext cx="1463040" cy="438912"/>
          </a:xfrm>
          <a:prstGeom prst="rect">
            <a:avLst/>
          </a:prstGeom>
          <a:solidFill>
            <a:srgbClr val="343A4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9504" y="96012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15968" y="960120"/>
            <a:ext cx="1508760" cy="438912"/>
          </a:xfrm>
          <a:prstGeom prst="rect">
            <a:avLst/>
          </a:prstGeom>
          <a:solidFill>
            <a:srgbClr val="343A4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960120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Tools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833872" y="960120"/>
            <a:ext cx="1691640" cy="438912"/>
          </a:xfrm>
          <a:prstGeom prst="rect">
            <a:avLst/>
          </a:prstGeom>
          <a:solidFill>
            <a:srgbClr val="343A4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88736" y="960120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Suites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543800" y="960120"/>
            <a:ext cx="1554480" cy="438912"/>
          </a:xfrm>
          <a:prstGeom prst="rect">
            <a:avLst/>
          </a:prstGeom>
          <a:solidFill>
            <a:srgbClr val="D0271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98664" y="96012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1435608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43560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1435608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9504" y="143560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15968" y="1435608"/>
            <a:ext cx="150876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1435608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33872" y="1435608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88736" y="1435608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43800" y="1435608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8664" y="143560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1911096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191109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Workflow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834640" y="1911096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191109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Email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15968" y="1911096"/>
            <a:ext cx="150876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1911096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33872" y="1911096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88736" y="1911096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43800" y="1911096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98664" y="191109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7472" y="2386584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238658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4640" y="2386584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9504" y="238658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Paper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15968" y="2386584"/>
            <a:ext cx="150876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70832" y="2386584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833872" y="2386584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8736" y="2386584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543800" y="2386584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98664" y="238658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Digital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7472" y="2862072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" y="2862072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834640" y="2862072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89504" y="2862072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15968" y="2862072"/>
            <a:ext cx="150876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70832" y="2862072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833872" y="2862072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88736" y="2862072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Advanced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543800" y="2862072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98664" y="2862072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3-Level RBAC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47472" y="3337560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" y="3337560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Auto.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834640" y="3337560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89504" y="33375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Manual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315968" y="3337560"/>
            <a:ext cx="150876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70832" y="3337560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833872" y="3337560"/>
            <a:ext cx="16916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88736" y="3337560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543800" y="3337560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98664" y="333756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Email Token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47472" y="3813048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2336" y="3813048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834640" y="3813048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89504" y="381304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315968" y="3813048"/>
            <a:ext cx="150876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0832" y="3813048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833872" y="3813048"/>
            <a:ext cx="169164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88736" y="3813048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Add-on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543800" y="3813048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98664" y="3813048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 GPT-4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47472" y="4288536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2336" y="4288536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834640" y="4288536"/>
            <a:ext cx="14630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89504" y="428853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315968" y="4288536"/>
            <a:ext cx="150876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70832" y="4288536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833872" y="4288536"/>
            <a:ext cx="169164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88736" y="4288536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Extra module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543800" y="4288536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98664" y="428853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pipeline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47472" y="4764024"/>
            <a:ext cx="2468880" cy="438912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2336" y="4764024"/>
            <a:ext cx="235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834640" y="4764024"/>
            <a:ext cx="1463040" cy="438912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889504" y="4764024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Free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315968" y="4764024"/>
            <a:ext cx="1508760" cy="438912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70832" y="4764024"/>
            <a:ext cx="1399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Moderate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833872" y="4764024"/>
            <a:ext cx="1691640" cy="438912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888736" y="4764024"/>
            <a:ext cx="1581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Very High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7543800" y="4764024"/>
            <a:ext cx="1554480" cy="438912"/>
          </a:xfrm>
          <a:prstGeom prst="rect">
            <a:avLst/>
          </a:prstGeom>
          <a:solidFill>
            <a:srgbClr val="00000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598664" y="4764024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Custom / Low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 — The Proposed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960120"/>
            <a:ext cx="8449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 ·  Three Roles  ·  All HR Operations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0" y="1417320"/>
            <a:ext cx="1828800" cy="868680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0" y="14630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606040" cy="347472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260604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538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HR Admin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39112"/>
            <a:ext cx="24231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lifecycle &amp; onboarding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569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org management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advance approvals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 &amp; recruitment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8313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 generation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83280" y="2834640"/>
            <a:ext cx="2606040" cy="347472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2834640"/>
            <a:ext cx="260604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96265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 Manager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329184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supervision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0" y="3547872"/>
            <a:ext cx="24231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3657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dashboard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93008" y="40782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advance approvals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93008" y="4498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attendance calendar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93008" y="49194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1325880"/>
            <a:ext cx="2606040" cy="347472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1325880"/>
            <a:ext cx="2606040" cy="7315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4538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Employee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17830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2039112"/>
            <a:ext cx="24231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profile &amp; documents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19088" y="2569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 submission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19088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advance requests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19088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clock-in / clock-out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three-tier architecture with external AI integration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7315200" cy="1170432"/>
          </a:xfrm>
          <a:prstGeom prst="rect">
            <a:avLst/>
          </a:prstGeom>
          <a:solidFill>
            <a:srgbClr val="FEE2E2"/>
          </a:solidFill>
          <a:ln w="1524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— Angular 17  (Port 4200)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4081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081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Dashboard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03704" y="14081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03704" y="14081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04488" y="14081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14081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Portal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05272" y="14081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5272" y="14081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Careers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359152"/>
            <a:ext cx="7315200" cy="1170432"/>
          </a:xfrm>
          <a:prstGeom prst="rect">
            <a:avLst/>
          </a:prstGeom>
          <a:solidFill>
            <a:srgbClr val="EDE9FE"/>
          </a:solidFill>
          <a:ln w="15240">
            <a:solidFill>
              <a:srgbClr val="6F42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140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 — Spring Boot 3 / Java 21  (Port 8085)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7797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797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03704" y="27797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7797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04488" y="27797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04488" y="27797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05272" y="27797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05272" y="27797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Security/JWT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3730752"/>
            <a:ext cx="7315200" cy="1170432"/>
          </a:xfrm>
          <a:prstGeom prst="rect">
            <a:avLst/>
          </a:prstGeom>
          <a:solidFill>
            <a:srgbClr val="F8F9FA"/>
          </a:solidFill>
          <a:ln w="15240">
            <a:solidFill>
              <a:srgbClr val="6C75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856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— MySQL 8  (XAMPP)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151376"/>
            <a:ext cx="21762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51376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Employee/Dept Tables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70632" y="4151376"/>
            <a:ext cx="21762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4151376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Leave/Advance Tables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38344" y="4151376"/>
            <a:ext cx="21762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38344" y="4151376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Job/Application Tables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31920" y="2176272"/>
            <a:ext cx="0" cy="164592"/>
          </a:xfrm>
          <a:prstGeom prst="line">
            <a:avLst/>
          </a:prstGeom>
          <a:noFill/>
          <a:ln w="15240">
            <a:solidFill>
              <a:srgbClr val="6C75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9080" y="21762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 / JSON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931920" y="3547872"/>
            <a:ext cx="0" cy="164592"/>
          </a:xfrm>
          <a:prstGeom prst="line">
            <a:avLst/>
          </a:prstGeom>
          <a:noFill/>
          <a:ln w="15240">
            <a:solidFill>
              <a:srgbClr val="6C75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9080" y="35478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/ JPA / Hibernate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63840" y="2359152"/>
            <a:ext cx="1097280" cy="1170432"/>
          </a:xfrm>
          <a:prstGeom prst="rect">
            <a:avLst/>
          </a:prstGeom>
          <a:solidFill>
            <a:srgbClr val="FFFBEB"/>
          </a:solidFill>
          <a:ln w="15240">
            <a:solidFill>
              <a:srgbClr val="FCD3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2359152"/>
            <a:ext cx="1097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80960" y="2944368"/>
            <a:ext cx="182880" cy="0"/>
          </a:xfrm>
          <a:prstGeom prst="line">
            <a:avLst/>
          </a:prstGeom>
          <a:noFill/>
          <a:ln w="15240">
            <a:solidFill>
              <a:srgbClr val="FCD34D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360920" y="27980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— Smart HR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AI-powered features built into the platform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8449056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32688"/>
            <a:ext cx="8449056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Nexus HCM integrates OpenAI GPT-4 to transform raw HR data into actionable intelligence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627632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627632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AI-Powered HR Report Generation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79476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1284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2311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clicks "Generate Report"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4261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660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aggregates: headcount, leave rates, attendance, dept breakdown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0906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bundled into a structured prompt for GPT-4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520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returns natural-language executive HR summary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3950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displayed instantly in the dashboard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1463040" cy="237744"/>
          </a:xfrm>
          <a:prstGeom prst="rect">
            <a:avLst/>
          </a:prstGeom>
          <a:solidFill>
            <a:srgbClr val="CCFBF1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80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✅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1627632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1627632"/>
            <a:ext cx="4114800" cy="7315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7373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Intelligent CV Screening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2103120"/>
            <a:ext cx="379476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2212848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22311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submits application with CV and cover letter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2642616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66360" y="2660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extracts text from CV and cover letter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072384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66360" y="30906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content against job requirements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3502152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66360" y="3520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match score 0–100 with skill highlights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3931920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3950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badge appears on each application row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4480560"/>
            <a:ext cx="1463040" cy="237744"/>
          </a:xfrm>
          <a:prstGeom prst="rect">
            <a:avLst/>
          </a:prstGeom>
          <a:solidFill>
            <a:srgbClr val="FFE5C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480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✅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7472" y="486460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OpenAI GPT-4 API — integrated via Spring Boot RestTemplate / HTTP Client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 — Agile Scrum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delivery with continuous supervisor feedback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4389120" cy="2743200"/>
          </a:xfrm>
          <a:prstGeom prst="roundRect">
            <a:avLst>
              <a:gd name="adj" fmla="val 2667"/>
            </a:avLst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96012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scrum.png 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56048" y="960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Agile Scrum?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56048" y="1353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Iterative delivery of functional modules each sprint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56048" y="17647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Continuous feedback from company supervisor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6048" y="2176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Adapts quickly to evolving requirements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56048" y="2587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Each sprint ends with a working, tested increment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" y="382219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 ·  01 April – 30 September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4160520"/>
            <a:ext cx="1627632" cy="7498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01/04–14/04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Architecture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66544" y="4160520"/>
            <a:ext cx="1627632" cy="7498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6544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15/04–30/04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066544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Employees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85616" y="4160520"/>
            <a:ext cx="162763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85616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01/05–31/05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85616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Operations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04688" y="4160520"/>
            <a:ext cx="1627632" cy="7498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04688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01/06–31/07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504688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&amp; AI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23760" y="4160520"/>
            <a:ext cx="1627632" cy="7498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01/08–30/09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223760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Deploy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10 / 23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HR Administration (1/3)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11480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Employee Management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Employee List &amp; Create Form 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lifecycle  ·  Department assignment  ·  Activation email  ·  Role management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960120"/>
            <a:ext cx="411480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Org Chart — Collapsible Tree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91456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91456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Org Chart, Expanded View 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91456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tree algorithm  ·  Collapse/expand subtrees  ·  Quick manager reassignment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17520"/>
            <a:ext cx="411480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Leave &amp; Salary Advance Management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Leave Requests Tab 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APPROVED/REJECTED  ·  Badge notifications  ·  Reviewer notes per request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1728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017520"/>
            <a:ext cx="411480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Performance Evaluation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91456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91456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Performance Module 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campaigns  ·  Per-employee scoring  ·  Period-based history tracking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Recruitment &amp; AI (2/3)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Job Board (HR Admin Panel)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Job Board, Position List 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OPEN → CLOSED lifecycle  ·  Hiring manager assignment  ·  Application pipeline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9601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Public Careers Page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91456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91456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Careers Page, Position Cards 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91456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  ·  Department/type filters  ·  Opens detail in new tab  ·  CV upload (5 MB)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175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HR Report Generation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AI Report in HR Dashboard 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generation  ·  GPT-4 natural-language summary  ·  Workforce insights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1728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0175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Intelligent CV Screening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91456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91456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Application List with AI Scores 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0–100  ·  Skill highlights  ·  Gap analysis  ·  Score badge on each row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Manager &amp; Employee Portals (3/3)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11480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Manager Dashboard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Manager Dashboard 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overview  ·  Leave approvals  ·  Weekly attendance calendar  ·  Performance reviews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960120"/>
            <a:ext cx="411480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Dynamic System Configuration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91456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91456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System Config Panel 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91456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branding (logo, colors, name)  ·  Propagates to all pages in real time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17520"/>
            <a:ext cx="411480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Employee Self-Service Portal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Employee My-Dashboard 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  ·  Leave requests  ·  Salary advance requests  ·  Clock-in/out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1728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017520"/>
            <a:ext cx="411480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Attendance &amp; Clock System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91456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91456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Attendance Tracker 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check-in / check-out  ·  Per-employee daily log  ·  Manager team calendar view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— JWT &amp; RBAC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463040" cy="47548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875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377440" y="987552"/>
            <a:ext cx="1463040" cy="47548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9875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389120" y="987552"/>
            <a:ext cx="1463040" cy="47548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9875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JwtFilter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20640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0" y="987552"/>
            <a:ext cx="1463040" cy="47548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9875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412480" y="987552"/>
            <a:ext cx="146304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98755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0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097280" y="1719072"/>
            <a:ext cx="2011680" cy="0"/>
          </a:xfrm>
          <a:prstGeom prst="line">
            <a:avLst/>
          </a:prstGeom>
          <a:noFill/>
          <a:ln w="15240">
            <a:solidFill>
              <a:srgbClr val="D027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517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035808" y="1673352"/>
            <a:ext cx="91440" cy="91440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08960" y="2121408"/>
            <a:ext cx="4023360" cy="0"/>
          </a:xfrm>
          <a:prstGeom prst="line">
            <a:avLst/>
          </a:prstGeom>
          <a:noFill/>
          <a:ln w="15240">
            <a:solidFill>
              <a:srgbClr val="D027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920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(forward)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059168" y="2075688"/>
            <a:ext cx="91440" cy="91440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2523744"/>
            <a:ext cx="20116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3225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findByEmail()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070848" y="24780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2907792"/>
            <a:ext cx="2011680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7066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entity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132320" y="28620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108960" y="3310128"/>
            <a:ext cx="4023360" cy="0"/>
          </a:xfrm>
          <a:prstGeom prst="line">
            <a:avLst/>
          </a:prstGeom>
          <a:noFill/>
          <a:ln w="15240">
            <a:solidFill>
              <a:srgbClr val="1987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3108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+ role + name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108960" y="3264408"/>
            <a:ext cx="91440" cy="9144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3712464"/>
            <a:ext cx="20116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112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localStorage, redirect to /dashboard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097280" y="3666744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7472" y="4645152"/>
            <a:ext cx="8449056" cy="32004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Role-Based Access Control:  HR Admin  →  /dashboard   |   Manager  →  /manager-dashboard   |   Employee  →  /my-dashboard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Entity Model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entities, Hibernate auto-DDL, MySQL 8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005840"/>
            <a:ext cx="2468880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005840"/>
            <a:ext cx="2468880" cy="34747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408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firstName, lastName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566160" y="1664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email, password, role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566160" y="19202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manager(FK)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566160" y="21762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department(FK)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47472" y="1005840"/>
            <a:ext cx="24688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005840"/>
            <a:ext cx="2468880" cy="34747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1408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createdAt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583680" y="1005840"/>
            <a:ext cx="2468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005840"/>
            <a:ext cx="2468880" cy="347472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005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SystemConfig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1408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configKey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675120" y="1664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configValue, category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7472" y="3291840"/>
            <a:ext cx="246888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291840"/>
            <a:ext cx="2468880" cy="34747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LeaveRequest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" y="3694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employee(FK)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38912" y="3950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type, startDate, endDate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38912" y="42062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reviewedBy(FK)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583680" y="3291840"/>
            <a:ext cx="246888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3291840"/>
            <a:ext cx="2468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3694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employee(FK)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675120" y="3950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date, checkIn, checkOut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474720" y="3291840"/>
            <a:ext cx="246888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74720" y="3291840"/>
            <a:ext cx="2468880" cy="34747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0" y="3291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SalaryAdvance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566160" y="36941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employee(FK)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566160" y="3950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amount, reason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566160" y="42062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status, reviewedBy(FK)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47472" y="4800600"/>
            <a:ext cx="246888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7472" y="4800600"/>
            <a:ext cx="2468880" cy="34747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800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JobPosition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8912" y="52029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title, department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38912" y="5458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jobType, status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38912" y="5715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salaryMin, salaryMax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474720" y="4800600"/>
            <a:ext cx="246888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474720" y="4800600"/>
            <a:ext cx="2468880" cy="347472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8006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JobApplication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566160" y="52029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position(FK)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566160" y="545896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applicantName, email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3566160" y="5715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3A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cvFileName, cvData, status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2834640" y="1828800"/>
            <a:ext cx="640080" cy="9144"/>
          </a:xfrm>
          <a:prstGeom prst="line">
            <a:avLst/>
          </a:prstGeom>
          <a:noFill/>
          <a:ln w="10160">
            <a:solidFill>
              <a:srgbClr val="E9ECE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2011680"/>
            <a:ext cx="9144" cy="1280160"/>
          </a:xfrm>
          <a:prstGeom prst="line">
            <a:avLst/>
          </a:prstGeom>
          <a:noFill/>
          <a:ln w="10160">
            <a:solidFill>
              <a:srgbClr val="E9EC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06240" y="2697480"/>
            <a:ext cx="9144" cy="594360"/>
          </a:xfrm>
          <a:prstGeom prst="line">
            <a:avLst/>
          </a:prstGeom>
          <a:noFill/>
          <a:ln w="10160">
            <a:solidFill>
              <a:srgbClr val="E9EC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81912" y="2651760"/>
            <a:ext cx="2075688" cy="640080"/>
          </a:xfrm>
          <a:prstGeom prst="line">
            <a:avLst/>
          </a:prstGeom>
          <a:noFill/>
          <a:ln w="10160">
            <a:solidFill>
              <a:srgbClr val="E9ECE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0" y="2286000"/>
            <a:ext cx="640080" cy="1554480"/>
          </a:xfrm>
          <a:prstGeom prst="line">
            <a:avLst/>
          </a:prstGeom>
          <a:noFill/>
          <a:ln w="10160">
            <a:solidFill>
              <a:srgbClr val="E9ECE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743200" cy="36576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tokens (HS256)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93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endpoint protection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 per origin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token (UUID, one-time)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987552"/>
            <a:ext cx="2743200" cy="36576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987552"/>
            <a:ext cx="274320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Architecture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3756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standalone components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093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layered pattern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6151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auto-DDL schema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stateless API design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APP_INITIALIZER config loading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08192" y="987552"/>
            <a:ext cx="2743200" cy="36576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08192" y="987552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&amp; Data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via REST (HTTPS)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093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base64 storage (LONGTEXT)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6151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metrics aggregation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CSS variable injection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logging (all actions)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4626864"/>
            <a:ext cx="8449056" cy="347472"/>
          </a:xfrm>
          <a:prstGeom prst="rect">
            <a:avLst/>
          </a:prstGeom>
          <a:solidFill>
            <a:srgbClr val="0D1117"/>
          </a:solidFill>
          <a:ln w="6350">
            <a:solidFill>
              <a:srgbClr val="3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645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AI Prompt Builder
</a:t>
            </a:r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"Analyse these HR metrics and generate a report: " + </a:t>
            </a:r>
            <a:pPr indent="0" marL="0">
              <a:buNone/>
            </a:pPr>
            <a:r>
              <a:rPr lang="en-US" sz="8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.toJson();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 — April to September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1645920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01/04 – 14/04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93392" y="1316736"/>
            <a:ext cx="9144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755648"/>
            <a:ext cx="54864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505456"/>
            <a:ext cx="54864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255264"/>
            <a:ext cx="54864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4005072"/>
            <a:ext cx="54864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validation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84832" y="987552"/>
            <a:ext cx="1645920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8483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8483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15/04 – 30/04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30752" y="1316736"/>
            <a:ext cx="9144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483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84832" y="1755648"/>
            <a:ext cx="54864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8483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84832" y="2505456"/>
            <a:ext cx="54864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8483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84832" y="3255264"/>
            <a:ext cx="54864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CRUD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8483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84832" y="4005072"/>
            <a:ext cx="54864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dashboard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22192" y="987552"/>
            <a:ext cx="1645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82219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2219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01/05 – 31/05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68112" y="1316736"/>
            <a:ext cx="9144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2219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22192" y="1755648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(collapsible)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2219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22192" y="2505456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workflow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2219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22192" y="3255264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2219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22192" y="400507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advances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59552" y="987552"/>
            <a:ext cx="1645920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55955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55955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01/06 – 31/07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205472" y="1316736"/>
            <a:ext cx="9144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5955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59552" y="1755648"/>
            <a:ext cx="54864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 (HR panel)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5955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59552" y="2505456"/>
            <a:ext cx="54864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careers page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5955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59552" y="3255264"/>
            <a:ext cx="54864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upload feature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55955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59552" y="4005072"/>
            <a:ext cx="54864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296912" y="987552"/>
            <a:ext cx="1645920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729691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29691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01/08 – 30/09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29691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96912" y="1755648"/>
            <a:ext cx="54864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0664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29691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96912" y="2505456"/>
            <a:ext cx="54864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0664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portal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29691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96912" y="3255264"/>
            <a:ext cx="54864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0664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29691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96912" y="4005072"/>
            <a:ext cx="54864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0664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GitHub deploy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testing strategy applied across all sprints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2011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87552"/>
            <a:ext cx="2011680" cy="54864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24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96312" y="987552"/>
            <a:ext cx="2011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987552"/>
            <a:ext cx="201168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124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96312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Scenarios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987552"/>
            <a:ext cx="2011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987552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124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45152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Errors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93992" y="987552"/>
            <a:ext cx="2011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93992" y="987552"/>
            <a:ext cx="2011680" cy="54864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1124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93992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API Test Results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2542032"/>
            <a:ext cx="4206240" cy="365760"/>
          </a:xfrm>
          <a:prstGeom prst="rect">
            <a:avLst/>
          </a:prstGeom>
          <a:solidFill>
            <a:srgbClr val="F8F9FA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valid credentials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18688" y="254203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JWT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41648" y="254203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" y="2926080"/>
            <a:ext cx="4206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wrong password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18688" y="292608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41648" y="292608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" y="3310128"/>
            <a:ext cx="4206240" cy="365760"/>
          </a:xfrm>
          <a:prstGeom prst="rect">
            <a:avLst/>
          </a:prstGeom>
          <a:solidFill>
            <a:srgbClr val="F8F9FA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10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employees (no token)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18688" y="331012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41648" y="331012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7472" y="3694176"/>
            <a:ext cx="4206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94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employee (manager)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18688" y="369417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41648" y="36941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7472" y="4078224"/>
            <a:ext cx="4206240" cy="365760"/>
          </a:xfrm>
          <a:prstGeom prst="rect">
            <a:avLst/>
          </a:prstGeom>
          <a:solidFill>
            <a:srgbClr val="F8F9FA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78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job position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18688" y="407822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41648" y="4078224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7472" y="4462272"/>
            <a:ext cx="4206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462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CV (public)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18688" y="446227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041648" y="446227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73168" y="2212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Scenarios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73168" y="25420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role-based redirection (3 roles)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73168" y="28895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create + activation email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73168" y="32369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collapse/expand nodes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73168" y="35844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 full approval cycle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73168" y="3931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advance full review cycle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73168" y="42793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job → visible on /careers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73168" y="4626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CV → stored in database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773168" y="49743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score displayed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73168" y="5321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 HR report successfully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73168" y="56692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branding config propagates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73168" y="60167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test runner: 8/8 PASS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73168" y="63642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pPr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0 compilation errors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What Was Delivered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743200" cy="27432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Platform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Angular 17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+ 3-Level RBAC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237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Hibernate DDL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stateless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27832" y="987552"/>
            <a:ext cx="2743200" cy="27432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987552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Modules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5727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functional HR modules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20482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recruitment pipeline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5237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org chart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9992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config system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08192" y="987552"/>
            <a:ext cx="2743200" cy="27432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08192" y="987552"/>
            <a:ext cx="274320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Features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5727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HR report generation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20482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CV screening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25237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0–100 badge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29992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metrics aggregation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3858768"/>
            <a:ext cx="8449056" cy="804672"/>
          </a:xfrm>
          <a:prstGeom prst="rect">
            <a:avLst/>
          </a:prstGeom>
          <a:solidFill>
            <a:srgbClr val="252545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github.com/amine2zz/ADP  ·  6-month internship  ·  ADP ES Tunisie  ·  April – September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4281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platform  ·  10+ modules  ·  AI integrated  ·  Deployed on GitHub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Perspectives &amp;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 for Nexus HCM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05840"/>
            <a:ext cx="2816352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7552" y="1170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Module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payroll calculation based on attendance records, leave deductions, and configured salary parameters.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816352" cy="640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14300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31920" y="1170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01568" y="166420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companion app for employee clock-in/out, leave requests, and push notifications on iOS/Android.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36208" y="100584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005840"/>
            <a:ext cx="2816352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114300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76288" y="1170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45936" y="166420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Chart-based workforce dashboards (Chart.js/ECharts) with live KPIs, trend analysis, and exportable reports.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292608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2926080"/>
            <a:ext cx="281635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6324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7552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358444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+ deployment on AWS/Azure for production availability and horizontal scalability.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292608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2926080"/>
            <a:ext cx="2816352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01568" y="306324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931920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Features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401568" y="358444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churn prediction, skill gap analysis, automated performance coaching suggestions using ML models.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36208" y="292608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6208" y="2926080"/>
            <a:ext cx="2816352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45936" y="306324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76288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345936" y="358444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and email alerts for approvals, rejections, contract renewals, and HR broadcast messages.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walkthrough — localhost:4200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411480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47472" y="1801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Login Page — Role Redirection 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1005840"/>
            <a:ext cx="411480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681728" y="1801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HR Admin Dashboard Overview 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3017520"/>
            <a:ext cx="411480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47472" y="3813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Org Chart — Collapse / Expand 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17520"/>
            <a:ext cx="411480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681728" y="3813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Careers Page + AI Score Badge 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4919472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running on port 8085  ·  Angular on port 4200  ·  MySQL via XAMPP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87552"/>
            <a:ext cx="260604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521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Development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98755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987552"/>
            <a:ext cx="2606040" cy="7315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521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98755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87552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521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Modules Delivered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0779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07792"/>
            <a:ext cx="260604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723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90779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907792"/>
            <a:ext cx="2606040" cy="7315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723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3383280" y="39319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90779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907792"/>
            <a:ext cx="2606040" cy="73152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0723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6217920" y="39319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54864" cy="5143500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4114800" cy="0"/>
          </a:xfrm>
          <a:prstGeom prst="line">
            <a:avLst/>
          </a:prstGeom>
          <a:noFill/>
          <a:ln w="38100">
            <a:solidFill>
              <a:srgbClr val="D02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2140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1993392" cy="105156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GHARIANI Mohamed Amine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 ·  ESPRIT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78608" y="2788920"/>
            <a:ext cx="1993392" cy="105156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2834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78608" y="3127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ES Tunisie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Fraj Sayed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0016" y="2788920"/>
            <a:ext cx="1993392" cy="105156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834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0016" y="3127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September 2026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3200400" cy="457200"/>
          </a:xfrm>
          <a:prstGeom prst="rect">
            <a:avLst/>
          </a:prstGeom>
          <a:solidFill>
            <a:srgbClr val="24292F"/>
          </a:solidFill>
          <a:ln w="6350">
            <a:solidFill>
              <a:srgbClr val="3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github.com/amine2zz/ADP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 — Intelligent Human Capital Management System  ·  2025–2026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7D"/>
                </a:solidFill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HCM v2 — Internship Defense</dc:title>
  <dc:subject>PptxGenJS Presentation</dc:subject>
  <dc:creator>GHARIANI Mohamed Amine</dc:creator>
  <cp:lastModifiedBy>GHARIANI Mohamed Amine</cp:lastModifiedBy>
  <cp:revision>1</cp:revision>
  <dcterms:created xsi:type="dcterms:W3CDTF">2026-06-07T16:07:13Z</dcterms:created>
  <dcterms:modified xsi:type="dcterms:W3CDTF">2026-06-07T16:07:13Z</dcterms:modified>
</cp:coreProperties>
</file>